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12473-F5C7-6B73-E7AB-DFEB4E29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DA9B49-9710-EB75-DA61-F3C1CBB469DE}"/>
              </a:ext>
            </a:extLst>
          </p:cNvPr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PROFILER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6600-09D0-BDC3-4BF9-2C526CC2E565}"/>
              </a:ext>
            </a:extLst>
          </p:cNvPr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BATCH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9B75F-2467-E5D6-5336-B30BCDCBBE55}"/>
              </a:ext>
            </a:extLst>
          </p:cNvPr>
          <p:cNvSpPr txBox="1"/>
          <p:nvPr/>
        </p:nvSpPr>
        <p:spPr>
          <a:xfrm>
            <a:off x="731520" y="2057400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rPr lang="en-US"/>
              <a:t>Linux Command Execution Time Profiler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D374C-29C9-82D2-8DFF-77767091B2C7}"/>
              </a:ext>
            </a:extLst>
          </p:cNvPr>
          <p:cNvSpPr txBox="1"/>
          <p:nvPr/>
        </p:nvSpPr>
        <p:spPr>
          <a:xfrm>
            <a:off x="481781" y="3271683"/>
            <a:ext cx="2798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>
                <a:solidFill>
                  <a:srgbClr val="D2DCEB"/>
                </a:solidFill>
              </a:rPr>
              <a:t>D Sri Varshini </a:t>
            </a:r>
            <a:r>
              <a:rPr lang="en-IN" dirty="0">
                <a:solidFill>
                  <a:srgbClr val="D2DCEB"/>
                </a:solidFill>
              </a:rPr>
              <a:t>   </a:t>
            </a:r>
            <a:r>
              <a:rPr dirty="0">
                <a:solidFill>
                  <a:srgbClr val="D2DCEB"/>
                </a:solidFill>
              </a:rPr>
              <a:t>2520080013</a:t>
            </a:r>
          </a:p>
          <a:p>
            <a:r>
              <a:rPr dirty="0">
                <a:solidFill>
                  <a:srgbClr val="D2DCEB"/>
                </a:solidFill>
              </a:rPr>
              <a:t>P Shreyas </a:t>
            </a:r>
            <a:r>
              <a:rPr lang="en-IN" dirty="0">
                <a:solidFill>
                  <a:srgbClr val="D2DCEB"/>
                </a:solidFill>
              </a:rPr>
              <a:t>         </a:t>
            </a:r>
            <a:r>
              <a:rPr dirty="0">
                <a:solidFill>
                  <a:srgbClr val="D2DCEB"/>
                </a:solidFill>
              </a:rPr>
              <a:t>2520080001</a:t>
            </a:r>
          </a:p>
          <a:p>
            <a:r>
              <a:rPr dirty="0">
                <a:solidFill>
                  <a:srgbClr val="D2DCEB"/>
                </a:solidFill>
              </a:rPr>
              <a:t>Ch Karthikeya </a:t>
            </a:r>
            <a:r>
              <a:rPr lang="en-IN" dirty="0">
                <a:solidFill>
                  <a:srgbClr val="D2DCEB"/>
                </a:solidFill>
              </a:rPr>
              <a:t>  </a:t>
            </a:r>
            <a:r>
              <a:rPr dirty="0">
                <a:solidFill>
                  <a:srgbClr val="D2DCEB"/>
                </a:solidFill>
              </a:rPr>
              <a:t>2520080022</a:t>
            </a:r>
          </a:p>
        </p:txBody>
      </p:sp>
    </p:spTree>
    <p:extLst>
      <p:ext uri="{BB962C8B-B14F-4D97-AF65-F5344CB8AC3E}">
        <p14:creationId xmlns:p14="http://schemas.microsoft.com/office/powerpoint/2010/main" val="1661893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0">
                <a:solidFill>
                  <a:srgbClr val="EFF5FC"/>
                </a:solidFill>
                <a:latin typeface="Aptos"/>
              </a:defRPr>
            </a:pPr>
            <a:r>
              <a:rPr dirty="0"/>
              <a:t>A Linux CLI tool to measure command runtime and resource usage.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3383280" cy="150876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22452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727448"/>
            <a:ext cx="29900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Command + arguments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383280" cy="150876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422452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4727448"/>
            <a:ext cx="29900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Run safely; collect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69080"/>
            <a:ext cx="3383280" cy="150876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422452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727448"/>
            <a:ext cx="29900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Time, status, CPU,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338328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Current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481888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Command timing is often inconsistent, making performance comparisons difficult.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212080" cy="338328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984248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487168"/>
            <a:ext cx="481888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Build a CLI profiler that measures runtime, reports exit status, and summarizes repeated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Goals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34747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Core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312724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Elapsed-time measurement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Repeated runs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Resource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4747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487168"/>
            <a:ext cx="312724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Exit status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Min, max, mean, median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CPU time and peak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20440" cy="34747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487168"/>
            <a:ext cx="312724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Linux only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Child-process metrics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No kernel tracing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331720" cy="224028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95728"/>
            <a:ext cx="1965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CLI 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98648"/>
            <a:ext cx="193852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Command + run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40280"/>
            <a:ext cx="2331720" cy="224028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2395728"/>
            <a:ext cx="1965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Execution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898648"/>
            <a:ext cx="193852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fork() / execvp()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2331720" cy="224028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395728"/>
            <a:ext cx="1965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Timer + collector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898648"/>
            <a:ext cx="193852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Clock + wait4()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40280"/>
            <a:ext cx="2331720" cy="224028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36608" y="2395728"/>
            <a:ext cx="1965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Reporter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2898648"/>
            <a:ext cx="193852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Time, status, CPU,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907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900" b="0">
                <a:solidFill>
                  <a:srgbClr val="38D0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907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900" b="0">
                <a:solidFill>
                  <a:srgbClr val="38D0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907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900" b="0">
                <a:solidFill>
                  <a:srgbClr val="38D0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A4B7CA"/>
                </a:solidFill>
                <a:latin typeface="Aptos"/>
              </a:defRPr>
            </a:pPr>
            <a:r>
              <a:t>Flow: parse → execute → measure → summarize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D0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EFF5FC"/>
                </a:solidFill>
                <a:latin typeface="Aptos"/>
              </a:defRPr>
            </a:pPr>
            <a:r>
              <a:t>Parse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783080"/>
            <a:ext cx="6995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A4B7CA"/>
                </a:solidFill>
                <a:latin typeface="Aptos"/>
              </a:defRPr>
            </a:pPr>
            <a:r>
              <a:t>Validate command and run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D0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614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EFF5FC"/>
                </a:solidFill>
                <a:latin typeface="Aptos"/>
              </a:defRPr>
            </a:pPr>
            <a:r>
              <a:t>Execute safely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761488"/>
            <a:ext cx="6995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A4B7CA"/>
                </a:solidFill>
                <a:latin typeface="Aptos"/>
              </a:defRPr>
            </a:pPr>
            <a:r>
              <a:t>Use fork() and execvp(); avoid shell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989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D0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39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EFF5FC"/>
                </a:solidFill>
                <a:latin typeface="Aptos"/>
              </a:defRPr>
            </a:pPr>
            <a:r>
              <a:t>Capture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39896"/>
            <a:ext cx="6995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A4B7CA"/>
                </a:solidFill>
                <a:latin typeface="Aptos"/>
              </a:defRPr>
            </a:pPr>
            <a:r>
              <a:t>Use clock_gettime() and wait4() to collect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18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D0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183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EFF5FC"/>
                </a:solidFill>
                <a:latin typeface="Aptos"/>
              </a:defRPr>
            </a:pPr>
            <a:r>
              <a:t>Aggregate and 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718304"/>
            <a:ext cx="6995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A4B7CA"/>
                </a:solidFill>
                <a:latin typeface="Aptos"/>
              </a:defRPr>
            </a:pPr>
            <a:r>
              <a:t>Report timings, exit status, CPU time, and peak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34747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312724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Linux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POSIX APIs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4747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487168"/>
            <a:ext cx="312724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 language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GCC compiler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fork(), execvp(), wait4()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20440" cy="34747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487168"/>
            <a:ext cx="312724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clock_gettime()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Resource usage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Git /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Functional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481888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true — success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sleep 1 — timing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false — failure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Invalid command / arguments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21208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984248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487168"/>
            <a:ext cx="481888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Check exit status and metrics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Repeat runs and compare timings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Compare with /usr/bin/time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Check measurement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Output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38D0D6"/>
                </a:solidFill>
                <a:latin typeface="Aptos"/>
              </a:defRPr>
            </a:pPr>
            <a:r>
              <a:t>Demo format — record actual results during the live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5166360" cy="27889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4800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2F6FF"/>
                </a:solidFill>
              </a:rPr>
              <a:t>Demo: run sleep 1 five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81528"/>
            <a:ext cx="477316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Elapsed time: record actual values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Exit status: record actual code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CPU / peak memory: record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23160"/>
            <a:ext cx="5166360" cy="278892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2578608"/>
            <a:ext cx="4800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3081528"/>
            <a:ext cx="477316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Correct exit status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Consistent repeated timings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CPU and peak-memory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509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4B7CA"/>
                </a:solidFill>
                <a:latin typeface="Aptos"/>
              </a:defRPr>
            </a:pPr>
            <a:r>
              <a:t>Use actual prototype output; do not present estimates as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Impact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Developers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312724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Compare commands and find slow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487168"/>
            <a:ext cx="312724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Check script performance across repeated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2044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984248"/>
            <a:ext cx="3154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487168"/>
            <a:ext cx="312724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Learn process execution and benchmarking.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D0D6"/>
                </a:solidFill>
                <a:latin typeface="Aptos"/>
              </a:defRPr>
            </a:pPr>
            <a:r>
              <a:t>LINUX COMMAND EXECUTION TIME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EFF5FC"/>
                </a:solidFill>
                <a:latin typeface="Aptos"/>
              </a:defRPr>
            </a:pPr>
            <a: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4B7CA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2064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029967"/>
            <a:ext cx="47548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32887"/>
            <a:ext cx="472744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Measures command runtime and resource use across repeated runs.</a:t>
            </a:r>
          </a:p>
          <a:p>
            <a:pPr>
              <a:spcAft>
                <a:spcPts val="1400"/>
              </a:spcAft>
              <a:defRPr sz="1700" b="0">
                <a:solidFill>
                  <a:srgbClr val="EFF5FC"/>
                </a:solidFill>
                <a:latin typeface="Aptos"/>
              </a:defRPr>
            </a:pPr>
            <a:r>
              <a:t>Results help compare performance objectively.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120640" cy="3520440"/>
          </a:xfrm>
          <a:prstGeom prst="roundRect">
            <a:avLst/>
          </a:prstGeom>
          <a:solidFill>
            <a:srgbClr val="192B41"/>
          </a:solidFill>
          <a:ln>
            <a:solidFill>
              <a:srgbClr val="29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2029967"/>
            <a:ext cx="47548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38D0D6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532887"/>
            <a:ext cx="4727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CSV / JSON export</a:t>
            </a:r>
          </a:p>
          <a:p>
            <a:r>
              <a:rPr dirty="0">
                <a:solidFill>
                  <a:schemeClr val="bg1"/>
                </a:solidFill>
              </a:rPr>
              <a:t>Trend charts</a:t>
            </a:r>
          </a:p>
          <a:p>
            <a:r>
              <a:rPr dirty="0">
                <a:solidFill>
                  <a:schemeClr val="bg1"/>
                </a:solidFill>
              </a:rPr>
              <a:t>Regression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04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D0D6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487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Varshini</dc:creator>
  <cp:keywords/>
  <dc:description>generated using python-pptx</dc:description>
  <cp:lastModifiedBy>Sri Varshini DRONAMRAJU</cp:lastModifiedBy>
  <cp:revision>3</cp:revision>
  <dcterms:created xsi:type="dcterms:W3CDTF">2013-01-27T09:14:16Z</dcterms:created>
  <dcterms:modified xsi:type="dcterms:W3CDTF">2026-10-16T16:17:31Z</dcterms:modified>
  <cp:category/>
</cp:coreProperties>
</file>